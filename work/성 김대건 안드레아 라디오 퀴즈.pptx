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1B088-BF0C-4EA7-9039-6ACB0DEE9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13F9B0-B481-45F3-B418-E3D094C26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569FA-5AF6-450F-892F-8CA2B2D33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A995E5-09D6-4600-9B68-A966CD95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AD9D2-6DD8-4D07-AA62-8026495D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13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3D329-8478-477A-9AC9-126B88E8E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6A17E-2CD9-401E-9C88-73C531AEA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68BC7-26D4-4819-BED6-2643A001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038D6-2A84-45FA-A385-E4C5AADC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2CD39E-3973-4153-A00A-292B9D5A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9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11E19-A14D-47E5-8B43-7A557583F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45D343-B7A9-4D81-9C9D-7831F336D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DBE71-881C-40FD-8F08-B52CF466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D3331-A745-472D-AD56-B3B27BA5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7584C6-1AD8-4430-BA87-BDFDB8E9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26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04D5F-3C6A-4E5E-92BB-6822F8C3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51B46-8F48-42D2-8D26-52B35F1E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D3ACE7-B023-4D25-B0FD-A333AD91A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E8A545-DEE2-4D9E-80E7-C01BEA65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C6A402-0CEC-48D4-B875-461E4944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6A9724-A7D3-4BD8-B5E6-B79F61AE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18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0B1CE-A28A-4464-AD34-C5AEFAE2D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C99D6-AAA1-4ACD-AE29-D92B9640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36E579-2FD6-4A67-A9F7-97830CE4B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FE54C6-E450-4980-B751-06821AC8F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5E8BEE-6219-49C9-9F7B-002A69C31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9B625C-38BC-42CC-A5C4-5C87EE54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B33272-617D-4976-A2C5-C6B7B699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37EC5B-9C68-43C1-8A5F-4E36DBEF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10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61428-F429-47C8-BFA3-6AD922D7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238B77-3563-4696-9ED1-B76C67C2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3B6BA2-77DE-43CB-8B40-B1D55F51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0476C2-4A7D-4DB3-B9CE-EA2E73AB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6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D26D8D-6865-45BB-AE81-68701C2D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75EF9E-B35B-4448-921D-65AE3AA0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61C25E-EDE7-43A2-AC6F-C5705222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00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8B25B-4145-42ED-9180-B4ACBA34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DC73B9-8DBA-4DCE-B06A-E64D1D2D5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FCED33-BEF8-4DC8-915F-73931CFAD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40FBFC-6B6F-47AF-8B73-751FE826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38C207-E77D-4F9A-B44E-C489D975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DD2A6E-AD3D-4217-90BE-AC3D6A9A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27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792BF-B689-4EAC-8CD5-D4714D6E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FD24D8-51E8-4B05-B225-B04D0294E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64CA4C-0F6F-43DF-83DD-A265E1562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4DAC5F-C0DC-4776-B36F-8B1DDC89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6E7CC2-9025-4AC7-836C-A43EBD21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6FB56C-F71E-41DC-A077-D4787B58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22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81776-A35F-4718-8B70-4478F3A5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6F1FED-52AC-4B1B-9D2E-E4E286CE9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247790-BB69-4D54-8819-9CE8102AD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45B75-B686-4B37-88EA-3D25D751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A627E-3531-4136-BC61-D1B8B40C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4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039387-1EB5-4282-844C-A0C5F9BAC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A2B428-E1E3-4435-9674-ED079E007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9628D9-62D6-4F3C-AC70-C55C452F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55AB9-3630-4127-B2A5-50FC8CEB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EFD07-52EE-4443-9D64-2F84BC1A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11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8A6286-3442-44D2-A3B5-148C66CA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A855E3-AE9B-4C6B-80F7-4C69AA925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B7547-75DA-4DA7-8053-9EF2F3DFC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9AC3C-42F7-413A-A0ED-9D406E824B88}" type="datetimeFigureOut">
              <a:rPr lang="ko-KR" altLang="en-US" smtClean="0"/>
              <a:t>2021-04-04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26B2E0-6FA3-4D64-B407-0AF84C62A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782ADF-BCD1-4B77-BA0E-C039DC89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3BB57-2576-4368-9940-9C6B3CC78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88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A1EBE-2448-4FBC-BD3A-F68782D0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성 김대건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안드레아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신부 탄생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화 하이라이트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9F4A4-7A24-489D-84B4-A1131F563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 AI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이름은 무엇일까요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? 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마리아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성 김대건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안드레아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신부님은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1821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8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월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21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일 당진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우감면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(__)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마을에서 태어났습니다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. 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솔매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3.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성 김대건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안드레아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신부님의 가문이 마을을 떠나 경기도 용인 골대 마실에서 운명적인 한 분인 한국 최초의 서양 신부 프랑스 출신 선교사를 만났습니다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이분의 이름은 무엇일까요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? 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모방 신부님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4.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성경에서 인간의 죄 세가지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: </a:t>
            </a:r>
          </a:p>
          <a:p>
            <a:pPr marL="0" indent="0">
              <a:buNone/>
            </a:pP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  1.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인간이 하느님을 거스르는 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인간과 인간사의 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3.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인간 공동체의 죄 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5.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인간 공동체의 죄에 대해서 하느님께서 어떤 벌을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주셧는가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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  언어를  다르게 만들어 서로 소통을 못 하게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만들엇다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  <a:sym typeface="Wingdings" panose="05000000000000000000" pitchFamily="2" charset="2"/>
              </a:rPr>
              <a:t>.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860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114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</vt:lpstr>
      <vt:lpstr>맑은 고딕</vt:lpstr>
      <vt:lpstr>Arial</vt:lpstr>
      <vt:lpstr>Office 테마</vt:lpstr>
      <vt:lpstr>성 김대건 안드레아 신부 탄생 1화 하이라이트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성 김대건 안드레아 신부 탄생 1화 하이라이트</dc:title>
  <dc:creator>70817</dc:creator>
  <cp:lastModifiedBy>70817</cp:lastModifiedBy>
  <cp:revision>3</cp:revision>
  <dcterms:created xsi:type="dcterms:W3CDTF">2021-04-04T14:14:38Z</dcterms:created>
  <dcterms:modified xsi:type="dcterms:W3CDTF">2021-04-04T14:38:13Z</dcterms:modified>
</cp:coreProperties>
</file>